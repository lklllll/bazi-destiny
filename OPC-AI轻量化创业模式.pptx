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现金流分配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核心产品 (70%)</c:v>
                </c:pt>
                <c:pt idx="1">
                  <c:v>新渠道尝试 (20%)</c:v>
                </c:pt>
                <c:pt idx="2">
                  <c:v>未来投资 (10%)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轻量化创业模式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个创始人 + AI 智能体 + 一人有限公司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年超级个体创业指南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是什么？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个创始人  +  AI 智能体/工具  +  一人有限公司  =  超级个体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一个人就是一支队伍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5603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杠杆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 70-80% 人力工作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合规主体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有限责任 + 独立法人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 2025-2026 是 OPC 黄金期？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能力突破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097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GPT-4、Claude、Midjourney 足够强大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成本降到极低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工具月费 $20-200，替代月薪 ¥10,000+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基础设施成熟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无代码平台、支付系统、云服务一应俱全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一人有限公司法律完善，税收优惠明确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市场验证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3192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已有大量成功案例（单人 $3M+ ARR）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真实成功案例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A3A6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Pieter Levels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$3M+ ARR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单人运营 NomadList 等多产品矩阵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A3A6E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上海 90 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 万/半年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跨境电商，成本降低 70%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A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成都 AI 短剧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万+/月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电脑 + 3 编剧，48h 出剧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A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深圳 AI 私教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城市/半年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客单价 ¥2980，复购率 45%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A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Excel 教练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万+/月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2900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 VBA 培训，客单价 ¥6800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A3A6E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数字产品平台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 万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仅销售模版，0 正式员工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三步打造盈利飞轮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63040" y="10058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找到最小盈利单元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挖掘高频、高付费痛点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聚焦垂直领域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 AI 快速验证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097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389120" y="10058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设计自动收钱产品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引流品：免费/低价筛选用户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利润品：核心收入来源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溢价品：提升客单价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1097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315200" y="10058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构建自动化闭环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获客 → 转化 → 交付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复购 → 推荐 → 获客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全程 AI 自动化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 = (客单价 × 转化率) - (获客成本 + 交付成本)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成本对比：OPC vs 传统创业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成本项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传统创业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 模式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人力成本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¥50-200 万/年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$200-500/月 (AI 订阅)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办公成本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¥10-50 万/年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 (居家/咖啡厅)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设备成本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¥10-50 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¥1-3 万 (一台电脑)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协调成本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 (会议、沟通)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 (AI 自动化)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总成本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¥70-300 万/年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¥2-5 万/年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0" y="448056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成本优势：降低 90%+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现金流结构：70-20-10 反脆弱设计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280160"/>
            <a:ext cx="914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核心产品收入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确保生存的稳定现金流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237744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新渠道尝试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短视频带货、新平台测试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3474720"/>
            <a:ext cx="9144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未来趋势投资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工具开发、新赛道探索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赛道选择矩阵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2860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赛道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成功率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收入上限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启动成本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知识付费/培训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¥10-100 万/年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内容创作/自媒体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¥50-500 万/年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工具/智能体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¥100-1000 万/年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¥500/月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数字产品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¥50-500 万/年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垂直服务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¥50-200 万/年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¥0-5 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跨境电商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¥500-5000 万/年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¥5-10 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启动路线图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2A3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0 阶段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准备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注册公司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开通 AI 工具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确定赛道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60320" y="82296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2A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阶段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验证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快速上线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获得 10 付费用户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验证需求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2A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阶段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产品化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20640" y="18288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自动化交付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内容营销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月入 ¥5K-2W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949440" y="82296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2A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阶段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规模化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315200" y="18288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扩展产品线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新渠道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月入 ¥2W-10W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核心工具栈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对话/写作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Plus ($20/月)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($20/月)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(¥10/月)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设计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Midjourney ($10-30/月)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AI (免费)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视频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($12/月)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($5/月)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(免费)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智能体平台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扣子 Coze (免费)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(免费/付费)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办公协作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AI ($10/月)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 (免费)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支付/交付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微信支付/支付宝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Gumroad/面包多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 成功公式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A3A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 = 细分赛道 × AI 杠杆 × 自动化闭环 × 快速迭代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细分赛道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足够小但付费意愿强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杠杆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个人能力放大 10 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自动化闭环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获客到交付全自动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快速迭代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周验证，不行就换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开始你的 OPC 之旅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选择一个细分赛道，用 AI 把个人能力放大 10 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32004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注册一人有限公司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2004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开通 AI 工具订阅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32004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 周内上线 MVP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4389120"/>
            <a:ext cx="274320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年，一个人也可以是一支队伍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OPC：AI 轻量化创业模式</dc:title>
  <dc:subject>PptxGenJS Presentation</dc:subject>
  <dc:creator>OpenClaw AI</dc:creator>
  <cp:lastModifiedBy>OpenClaw AI</cp:lastModifiedBy>
  <cp:revision>1</cp:revision>
  <dcterms:created xsi:type="dcterms:W3CDTF">2026-04-08T13:43:57Z</dcterms:created>
  <dcterms:modified xsi:type="dcterms:W3CDTF">2026-04-08T13:43:57Z</dcterms:modified>
</cp:coreProperties>
</file>